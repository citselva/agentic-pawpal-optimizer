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77640"/>
            <a:ext cx="3474720" cy="1165860"/>
          </a:xfrm>
          <a:prstGeom prst="rect">
            <a:avLst/>
          </a:prstGeom>
          <a:solidFill>
            <a:srgbClr val="CC4A15"/>
          </a:solidFill>
          <a:ln w="12700">
            <a:solidFill>
              <a:srgbClr val="CC4A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🐾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37160" y="4069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ENGINEER'S PITCH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" y="4434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Presentation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49040" y="5029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PawPal+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749040" y="15361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Pet Care Scheduling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49040" y="2176272"/>
            <a:ext cx="5120640" cy="0"/>
          </a:xfrm>
          <a:prstGeom prst="line">
            <a:avLst/>
          </a:prstGeom>
          <a:noFill/>
          <a:ln w="19050">
            <a:solidFill>
              <a:srgbClr val="2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3591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29443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23591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29443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3591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9443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23591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589520" y="29443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Task Guarantee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9040" y="3520440"/>
            <a:ext cx="2487168" cy="29260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5204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Two-Phase Scheduler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3520440"/>
            <a:ext cx="2487168" cy="29260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5204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Sweep-Line Conflicts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3904488"/>
            <a:ext cx="2487168" cy="29260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90448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SJF Sorting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3904488"/>
            <a:ext cx="2487168" cy="292608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0448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JSON Persistence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 That Breaks Under Pressure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pets, competing windows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appointment, daily walk, and medication all demand the same time. Manual juggling is error-prone.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Conflicts flagged — never fixed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61518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system showed a warning but left every resolution to the owner manually.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236976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natural language entry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351129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required filling out a full form — no plain-English input path existed.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4133088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7822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safety guarantee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44074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tasks (medication, vet visits) could silently disappear from the generated schedule.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298448"/>
            <a:ext cx="3657600" cy="3611880"/>
          </a:xfrm>
          <a:prstGeom prst="rect">
            <a:avLst/>
          </a:prstGeom>
          <a:solidFill>
            <a:srgbClr val="101B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1298448"/>
            <a:ext cx="36576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PawPal+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76672" y="1901952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form required for every task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76672" y="2286000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Conflicts flagged only — never resolved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76672" y="2670048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NL input path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76672" y="3054096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Required tasks silently droppable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76672" y="3438144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Zero automated conflict resolution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76672" y="3822192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audit trail or reasoning trace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76672" y="4206240"/>
            <a:ext cx="3337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data persistence across sessions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Decoupled Classes, One Scheduling Engine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2084832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53312"/>
            <a:ext cx="2084832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481328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4813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" y="24871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8712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16382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available_time_mins: int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45643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pets: List[Pet]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4059936"/>
            <a:ext cx="2084832" cy="749808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4096512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entry point. Owns the time budget. __post_init__ rejects negative values.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1353312"/>
            <a:ext cx="2084832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353312"/>
            <a:ext cx="2084832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54096" y="1481328"/>
            <a:ext cx="914400" cy="9144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3054096" y="14813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🐾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42032" y="24871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78608" y="28712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8608" y="316382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species: str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78608" y="345643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78608" y="374904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tasks: List[Task]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4059936"/>
            <a:ext cx="2084832" cy="749808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26" name="Text 24"/>
          <p:cNvSpPr/>
          <p:nvPr/>
        </p:nvSpPr>
        <p:spPr>
          <a:xfrm>
            <a:off x="2542032" y="4096512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for animal data. Owns complete_task() — zero-allocation recurrence logic.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81728" y="1353312"/>
            <a:ext cx="2084832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1353312"/>
            <a:ext cx="20848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66944" y="1481328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266944" y="14813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54880" y="24871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91456" y="28712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· duration · priority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91456" y="316382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is_required · is_completed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91456" y="345643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start_time · frequency · due_date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91456" y="374904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 end_time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4059936"/>
            <a:ext cx="2084832" cy="749808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096512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activity object. end_time is a computed @property via datetime.strptime + timedelta.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94576" y="1353312"/>
            <a:ext cx="2084832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94576" y="1353312"/>
            <a:ext cx="20848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9792" y="148132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7479792" y="14813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967728" y="24871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04304" y="28712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generate_schedule() → ScheduleResult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04304" y="316382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sort_tasks()  detect_conflicts()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04304" y="345643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Two-phase greedy algorithm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04304" y="374904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Sweep-line O(n) conflict check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94576" y="4059936"/>
            <a:ext cx="2084832" cy="749808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48" name="Text 46"/>
          <p:cNvSpPr/>
          <p:nvPr/>
        </p:nvSpPr>
        <p:spPr>
          <a:xfrm>
            <a:off x="6967728" y="4096512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engine. Stateless — references Owner to fetch tasks, produce ScheduleResult.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4892040"/>
            <a:ext cx="8631936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Text 48"/>
          <p:cNvSpPr/>
          <p:nvPr/>
        </p:nvSpPr>
        <p:spPr>
          <a:xfrm>
            <a:off x="347472" y="4910328"/>
            <a:ext cx="84490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ScheduleResult (added in design revision) — bundles scheduled_tasks · skipped_tasks · total_time_used · reasoning into a single transaction for the UI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1B35"/>
          </a:solidFill>
          <a:ln w="12700">
            <a:solidFill>
              <a:srgbClr val="10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101B35"/>
          </a:solidFill>
          <a:ln w="12700">
            <a:solidFill>
              <a:srgbClr val="101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Scheduler Thinks: Two Phases + SJF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71600"/>
            <a:ext cx="64008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81328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4813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142646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Guaranteed Required Care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34086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is_required tasks are unconditionally committed before any optimization logic runs. If combined duration exceeds available_time_mins, a Time Deficit warning is surfaced — but tasks are NEVER dropped. Essential care is non-negotiable.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1371600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371600"/>
            <a:ext cx="64008" cy="1508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0328" y="1481328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4813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833872" y="142646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SJF Density Maximization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234086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tasks sorted by (-priority, duration) composite key. Among equal-priority tasks, shorter ones come first — Shortest-Job-First within each tier. Greedy fill maximizes number of tasks completed, not just highest priority.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8449056" cy="713232"/>
          </a:xfrm>
          <a:prstGeom prst="rect">
            <a:avLst/>
          </a:prstGeom>
          <a:solidFill>
            <a:srgbClr val="101B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08152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Key: 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081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(-priority, duration)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3108960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first  ·  Shorter tasks win ties  ·  O(n log n) sort + O(n) greedy fill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822192"/>
            <a:ext cx="8449056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822192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58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Sweep-Line Conflict Detection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2062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Sort tasks with start_time chronologically. Zero-padded HH:MM strings are lexicographically identical to chronological order — O(n log n), zero datetime parsing overhead.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3858768"/>
            <a:ext cx="4059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Single left-to-right pass: if curr.start_time &lt; prev.end_time → CONFLICT. O(n) with no auxiliary data structures. end_time computed via @property using datetime.strptime + timedelta (handles midnight rollover automatically).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53712" y="3913632"/>
            <a:ext cx="0" cy="87782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Tests. Every Contract Verified.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965960" cy="1170432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371600"/>
            <a:ext cx="196596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65960" cy="1170432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371600"/>
            <a:ext cx="19659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81328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&lt;0.2s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1965960" cy="1170432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137160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81328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965960" cy="1170432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1371600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481328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03720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Bug Caught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697480"/>
            <a:ext cx="8503920" cy="402336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2697480"/>
            <a:ext cx="64008" cy="4023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7249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Scheduler Correctness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752344"/>
            <a:ext cx="0" cy="27432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724912"/>
            <a:ext cx="5376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generate_schedule() unconditionally includes all is_required tasks (Phase 1) before greedy optional fill (Phase 2). Time Deficit warning verified.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54680"/>
            <a:ext cx="8503920" cy="402336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154680"/>
            <a:ext cx="64008" cy="40233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821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Sort Key (SJF)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209544"/>
            <a:ext cx="0" cy="27432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182112"/>
            <a:ext cx="5376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(-priority, duration) verified: among equal-priority tasks, shorter duration wins. Maximizes task count within budget.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611880"/>
            <a:ext cx="8503920" cy="402336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3611880"/>
            <a:ext cx="6400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393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Sweep-Line Conflict Boundaries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666744"/>
            <a:ext cx="0" cy="27432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639312"/>
            <a:ext cx="5376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boundary conditions: genuine overlaps (flagged), exact end/start boundary (NOT flagged — strict &lt; operator), and tasks with no start_time (silently excluded).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069080"/>
            <a:ext cx="8503920" cy="402336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4069080"/>
            <a:ext cx="6400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965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Recurrence State Transitions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0" y="4123944"/>
            <a:ext cx="0" cy="27432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096512"/>
            <a:ext cx="5376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complete_task() verified for daily (+1 day), weekly (+7 days, is_completed stays False), and one-off (is_completed=True, retired permanently).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526280"/>
            <a:ext cx="8503920" cy="402336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" y="4526280"/>
            <a:ext cx="6400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5537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Date Filtering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0" y="4581144"/>
            <a:ext cx="0" cy="27432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4553712"/>
            <a:ext cx="5376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get_all_tasks() includes overdue tasks (due_date &lt; today), excludes future-dated tasks, and excludes completed one-off tasks. One-off fix caught by TDD.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965192"/>
            <a:ext cx="8503920" cy="14630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Production Bug Found by TDD — get_all_tasks() lacked an is_completed guard. Completed one-off tasks re-entered the scheduler the same session. Fixed in one line.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COLLABORATION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Dual-Model Pipeline: Strategy + Implementation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64008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— Strategic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Lead Consultant / Architect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Mapped out Sweep-Line algorithm design before any code was written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Architected the SJF tie-breaker rationale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Refined engineering requirements into 'Master Prompts'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35584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Ensured the coding model couldn't take algorithmic shortcuts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353312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53312"/>
            <a:ext cx="64008" cy="2468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4173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— Technical Implementation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80136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Senior Engineer / Code Generator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21214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Generated core Python classes from architectural prompts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53288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Produced all 23 pytest unit test cases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29443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Built Streamlit UI components and Mermaid.js UML diagrams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Maintained 'as-built' context across iterative refinements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8503920" cy="932688"/>
          </a:xfrm>
          <a:prstGeom prst="rect">
            <a:avLst/>
          </a:prstGeom>
          <a:solidFill>
            <a:srgbClr val="101B3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31920"/>
            <a:ext cx="64008" cy="9326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684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Judgment Moment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279392"/>
            <a:ext cx="8119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 O(n²) nested loop for conflict detection. Rejected — instructed AI to implement Sweep-Line instead: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first O(n log n) then single linear pass O(n). Verified with a reverse-order chronological test case.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39776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  →  O(n log n) + O(n)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Well · What We'd Improve · Key Takeaway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041648" cy="2395728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353312"/>
            <a:ext cx="4041648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What Went Well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Two-Phase Scheduler + Sweep-Line elevated project from a to-do list to a legitimate optimization tool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(-priority, duration) composite key — subtle detail with outsized UX impact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56032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23/23 tests pass in &lt;0.2s — validates correctness AND performance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92608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TDD caught a real production defect before shipping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29184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ScheduleResult dataclass reduced UI logic duplication significantly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82312" y="1353312"/>
            <a:ext cx="4041648" cy="2395728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82312" y="1353312"/>
            <a:ext cx="404164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4447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What We'd Improve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SQLite / JSON persistence — session_state resets on full refresh (partially solved via JSON layer)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Smart Duration Inference — actual vs. estimated tracking per pet for historical learning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Gantt-style timeline visualization for conflict intuition (vs. table-only view)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Midnight rollover edge-case test coverage (23:30-00:30 tasks)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Fuzz testing on user inputs (zero/negative duration, DST transitions)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8503920" cy="987552"/>
          </a:xfrm>
          <a:prstGeom prst="rect">
            <a:avLst/>
          </a:prstGeom>
          <a:solidFill>
            <a:srgbClr val="1A2E5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858768"/>
            <a:ext cx="64008" cy="9875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044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Key Takeaway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2245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powerful force multiplier — but the Human remains the Strategic Anchor. Working with Gemini and Claude showed that AI generates code at incredible speed; it requires a human architect to choose the right algorithms, define the constraints, and verify edge-case boundaries. Being a 'Lead Architect' in an AI-driven world isn't about writing every line — it's about curating the logic and ensuring the final system matches the intended design and quality standard.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77640"/>
            <a:ext cx="3474720" cy="1165860"/>
          </a:xfrm>
          <a:prstGeom prst="rect">
            <a:avLst/>
          </a:prstGeom>
          <a:solidFill>
            <a:srgbClr val="CC4A15"/>
          </a:solidFill>
          <a:ln w="12700">
            <a:solidFill>
              <a:srgbClr val="CC4A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20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🎬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7190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21945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CC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Q&amp;A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" y="4096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challenges  ·  all completed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" y="4480560"/>
            <a:ext cx="314553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Two-Phase Scheduler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4592" y="4608576"/>
            <a:ext cx="314553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JSON Persistence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4592" y="4736592"/>
            <a:ext cx="314553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SJF Sort Key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592" y="4864608"/>
            <a:ext cx="314553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UI + Conflict Alerts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4592" y="4992624"/>
            <a:ext cx="314553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Dual-Model Pipeline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274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Walkthrough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49040" y="822960"/>
            <a:ext cx="5120640" cy="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060704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060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24528" y="98755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Scheduling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24528" y="130759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required medication + optional grooming. Show how medication always appears first in Phase 1 even when the budget is exceeded.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865376"/>
            <a:ext cx="347472" cy="3474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865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24528" y="179222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Sort + SJF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24528" y="211226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optional tasks, same priority, different durations. Verify the shorter one is scheduled first — (-priority, duration) key in action.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0" y="26700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670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4528" y="25968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Sweep-Line Conflict Detection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24528" y="291693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overlapping start times — show the conflict warning fires instantly. Assign adjacent end/start — verify NO false positive.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49040" y="34747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24528" y="340156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Recurrence + is_completed Guard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24528" y="372160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daily task, show due_date advances +1 day. Complete a one-off — show it disappears from get_all_tasks() immediately.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49040" y="4279392"/>
            <a:ext cx="347472" cy="34747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4279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24528" y="42062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 — Open Floor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24528" y="452628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choices · TDD approach · AI collaboration strategy · What's next.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PawPal+ — Intelligent Pet Care Scheduling</dc:title>
  <dc:subject>PptxGenJS Presentation</dc:subject>
  <dc:creator>PawPal+</dc:creator>
  <cp:lastModifiedBy>PawPal+</cp:lastModifiedBy>
  <cp:revision>1</cp:revision>
  <dcterms:created xsi:type="dcterms:W3CDTF">2026-04-26T19:48:08Z</dcterms:created>
  <dcterms:modified xsi:type="dcterms:W3CDTF">2026-04-26T19:48:08Z</dcterms:modified>
</cp:coreProperties>
</file>